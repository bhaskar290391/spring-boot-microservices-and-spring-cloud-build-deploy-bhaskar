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1d1eaf0e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1d1eaf0e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a1535de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a1535de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081e90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081e90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1b7fd9db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1b7fd9d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1b7fd9db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1b7fd9db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3b8f7f9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b3b8f7f9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a4af8b2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a4af8b2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a4af8b2a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a4af8b2a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59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Cloud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API Gateway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</a:t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482175"/>
            <a:ext cx="8520600" cy="9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Zuul API Gateway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359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Cloud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API Gateway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</a:t>
            </a:r>
            <a:endParaRPr/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3482175"/>
            <a:ext cx="8520600" cy="9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Zuul API Gateway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Cloud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API Gateway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1916200" y="3661654"/>
            <a:ext cx="3924000" cy="95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901617" y="182911"/>
            <a:ext cx="1161600" cy="627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App</a:t>
            </a:r>
            <a:endParaRPr/>
          </a:p>
        </p:txBody>
      </p:sp>
      <p:grpSp>
        <p:nvGrpSpPr>
          <p:cNvPr id="76" name="Google Shape;76;p16"/>
          <p:cNvGrpSpPr/>
          <p:nvPr/>
        </p:nvGrpSpPr>
        <p:grpSpPr>
          <a:xfrm>
            <a:off x="1916200" y="1321445"/>
            <a:ext cx="5133300" cy="579000"/>
            <a:chOff x="1916200" y="1321445"/>
            <a:chExt cx="5133300" cy="579000"/>
          </a:xfrm>
        </p:grpSpPr>
        <p:sp>
          <p:nvSpPr>
            <p:cNvPr id="77" name="Google Shape;77;p16"/>
            <p:cNvSpPr/>
            <p:nvPr/>
          </p:nvSpPr>
          <p:spPr>
            <a:xfrm>
              <a:off x="1916200" y="1321445"/>
              <a:ext cx="5133300" cy="579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Spring Cloud</a:t>
              </a:r>
              <a:r>
                <a:rPr lang="en" sz="1200"/>
                <a:t> API Gateway</a:t>
              </a:r>
              <a:endParaRPr sz="1200"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5833975" y="1543350"/>
              <a:ext cx="1161600" cy="270000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Load Balancer</a:t>
              </a:r>
              <a:endParaRPr sz="1000"/>
            </a:p>
          </p:txBody>
        </p:sp>
      </p:grpSp>
      <p:grpSp>
        <p:nvGrpSpPr>
          <p:cNvPr id="79" name="Google Shape;79;p16"/>
          <p:cNvGrpSpPr/>
          <p:nvPr/>
        </p:nvGrpSpPr>
        <p:grpSpPr>
          <a:xfrm>
            <a:off x="453096" y="2257944"/>
            <a:ext cx="8385850" cy="2190350"/>
            <a:chOff x="453096" y="2257944"/>
            <a:chExt cx="8385850" cy="2190350"/>
          </a:xfrm>
        </p:grpSpPr>
        <p:sp>
          <p:nvSpPr>
            <p:cNvPr id="80" name="Google Shape;80;p16"/>
            <p:cNvSpPr/>
            <p:nvPr/>
          </p:nvSpPr>
          <p:spPr>
            <a:xfrm>
              <a:off x="7474304" y="2257944"/>
              <a:ext cx="1161600" cy="6276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Eureka</a:t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298706" y="3820694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923796" y="3820694"/>
              <a:ext cx="13821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Account Management </a:t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453096" y="3820694"/>
              <a:ext cx="13821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Search</a:t>
              </a:r>
              <a:endParaRPr/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1986156" y="3820694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4611256" y="3820694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7456846" y="3820694"/>
              <a:ext cx="13821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Account Management </a:t>
              </a:r>
              <a:endParaRPr/>
            </a:p>
          </p:txBody>
        </p:sp>
        <p:cxnSp>
          <p:nvCxnSpPr>
            <p:cNvPr id="87" name="Google Shape;87;p16"/>
            <p:cNvCxnSpPr/>
            <p:nvPr/>
          </p:nvCxnSpPr>
          <p:spPr>
            <a:xfrm rot="10800000">
              <a:off x="8105050" y="2952475"/>
              <a:ext cx="0" cy="714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1081875" y="2594800"/>
              <a:ext cx="6225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" name="Google Shape;89;p16"/>
            <p:cNvCxnSpPr/>
            <p:nvPr/>
          </p:nvCxnSpPr>
          <p:spPr>
            <a:xfrm flipH="1" rot="10800000">
              <a:off x="2566950" y="2640450"/>
              <a:ext cx="300" cy="108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" name="Google Shape;90;p16"/>
            <p:cNvCxnSpPr/>
            <p:nvPr/>
          </p:nvCxnSpPr>
          <p:spPr>
            <a:xfrm flipH="1" rot="10800000">
              <a:off x="1144000" y="2636945"/>
              <a:ext cx="300" cy="108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6"/>
            <p:cNvCxnSpPr/>
            <p:nvPr/>
          </p:nvCxnSpPr>
          <p:spPr>
            <a:xfrm flipH="1" rot="10800000">
              <a:off x="3879350" y="2664450"/>
              <a:ext cx="300" cy="108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" name="Google Shape;92;p16"/>
            <p:cNvCxnSpPr/>
            <p:nvPr/>
          </p:nvCxnSpPr>
          <p:spPr>
            <a:xfrm flipH="1" rot="10800000">
              <a:off x="5191750" y="2664450"/>
              <a:ext cx="300" cy="108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" name="Google Shape;93;p16"/>
            <p:cNvCxnSpPr/>
            <p:nvPr/>
          </p:nvCxnSpPr>
          <p:spPr>
            <a:xfrm flipH="1" rot="10800000">
              <a:off x="6568875" y="2664450"/>
              <a:ext cx="300" cy="108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4" name="Google Shape;94;p16"/>
          <p:cNvGrpSpPr/>
          <p:nvPr/>
        </p:nvGrpSpPr>
        <p:grpSpPr>
          <a:xfrm>
            <a:off x="2860550" y="1955725"/>
            <a:ext cx="2117875" cy="1595450"/>
            <a:chOff x="2860550" y="1879525"/>
            <a:chExt cx="2117875" cy="1595450"/>
          </a:xfrm>
        </p:grpSpPr>
        <p:cxnSp>
          <p:nvCxnSpPr>
            <p:cNvPr id="95" name="Google Shape;95;p16"/>
            <p:cNvCxnSpPr/>
            <p:nvPr/>
          </p:nvCxnSpPr>
          <p:spPr>
            <a:xfrm flipH="1">
              <a:off x="2860550" y="1879525"/>
              <a:ext cx="1045200" cy="1567800"/>
            </a:xfrm>
            <a:prstGeom prst="straightConnector1">
              <a:avLst/>
            </a:prstGeom>
            <a:noFill/>
            <a:ln cap="flat" cmpd="sng" w="38100">
              <a:solidFill>
                <a:srgbClr val="EA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" name="Google Shape;96;p16"/>
            <p:cNvCxnSpPr/>
            <p:nvPr/>
          </p:nvCxnSpPr>
          <p:spPr>
            <a:xfrm flipH="1">
              <a:off x="4125875" y="1980375"/>
              <a:ext cx="330000" cy="1467000"/>
            </a:xfrm>
            <a:prstGeom prst="straightConnector1">
              <a:avLst/>
            </a:prstGeom>
            <a:noFill/>
            <a:ln cap="flat" cmpd="sng" w="38100">
              <a:solidFill>
                <a:srgbClr val="EA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" name="Google Shape;97;p16"/>
            <p:cNvCxnSpPr/>
            <p:nvPr/>
          </p:nvCxnSpPr>
          <p:spPr>
            <a:xfrm>
              <a:off x="4877625" y="1980375"/>
              <a:ext cx="100800" cy="1494600"/>
            </a:xfrm>
            <a:prstGeom prst="straightConnector1">
              <a:avLst/>
            </a:prstGeom>
            <a:noFill/>
            <a:ln cap="flat" cmpd="sng" w="38100">
              <a:solidFill>
                <a:srgbClr val="EA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8" name="Google Shape;98;p16"/>
          <p:cNvGrpSpPr/>
          <p:nvPr/>
        </p:nvGrpSpPr>
        <p:grpSpPr>
          <a:xfrm>
            <a:off x="1385650" y="810511"/>
            <a:ext cx="6254650" cy="2822339"/>
            <a:chOff x="1385650" y="810511"/>
            <a:chExt cx="6254650" cy="2822339"/>
          </a:xfrm>
        </p:grpSpPr>
        <p:cxnSp>
          <p:nvCxnSpPr>
            <p:cNvPr id="99" name="Google Shape;99;p16"/>
            <p:cNvCxnSpPr/>
            <p:nvPr/>
          </p:nvCxnSpPr>
          <p:spPr>
            <a:xfrm flipH="1">
              <a:off x="1385650" y="2034925"/>
              <a:ext cx="1985100" cy="1572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" name="Google Shape;100;p16"/>
            <p:cNvCxnSpPr/>
            <p:nvPr/>
          </p:nvCxnSpPr>
          <p:spPr>
            <a:xfrm>
              <a:off x="5493050" y="2022450"/>
              <a:ext cx="724200" cy="15105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1" name="Google Shape;101;p16"/>
            <p:cNvCxnSpPr/>
            <p:nvPr/>
          </p:nvCxnSpPr>
          <p:spPr>
            <a:xfrm>
              <a:off x="6479300" y="2022450"/>
              <a:ext cx="1161000" cy="1610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" name="Google Shape;102;p16"/>
            <p:cNvCxnSpPr>
              <a:stCxn id="75" idx="2"/>
              <a:endCxn id="77" idx="0"/>
            </p:cNvCxnSpPr>
            <p:nvPr/>
          </p:nvCxnSpPr>
          <p:spPr>
            <a:xfrm>
              <a:off x="4482417" y="810511"/>
              <a:ext cx="300" cy="510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03" name="Google Shape;103;p16"/>
          <p:cNvCxnSpPr>
            <a:stCxn id="80" idx="0"/>
            <a:endCxn id="77" idx="3"/>
          </p:cNvCxnSpPr>
          <p:nvPr/>
        </p:nvCxnSpPr>
        <p:spPr>
          <a:xfrm rot="10800000">
            <a:off x="7049504" y="1610844"/>
            <a:ext cx="1005600" cy="64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 txBox="1"/>
          <p:nvPr/>
        </p:nvSpPr>
        <p:spPr>
          <a:xfrm>
            <a:off x="2266550" y="1860150"/>
            <a:ext cx="1272000" cy="35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936000" y="1860150"/>
            <a:ext cx="1272000" cy="35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492738" y="1860150"/>
            <a:ext cx="1272000" cy="351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00" y="152400"/>
            <a:ext cx="360259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3321575" y="335800"/>
            <a:ext cx="456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168050" y="1248025"/>
            <a:ext cx="456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r>
              <a:rPr b="1" lang="en">
                <a:solidFill>
                  <a:srgbClr val="FF0000"/>
                </a:solidFill>
              </a:rPr>
              <a:t>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168050" y="1961525"/>
            <a:ext cx="456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r>
              <a:rPr b="1" lang="en">
                <a:solidFill>
                  <a:srgbClr val="FF0000"/>
                </a:solidFill>
              </a:rPr>
              <a:t>.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1916200" y="1321445"/>
            <a:ext cx="5133300" cy="57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Spring Cloud API Gateway</a:t>
            </a:r>
            <a:endParaRPr sz="1200"/>
          </a:p>
        </p:txBody>
      </p:sp>
      <p:sp>
        <p:nvSpPr>
          <p:cNvPr id="120" name="Google Shape;120;p18"/>
          <p:cNvSpPr/>
          <p:nvPr/>
        </p:nvSpPr>
        <p:spPr>
          <a:xfrm>
            <a:off x="2610000" y="3626504"/>
            <a:ext cx="3924000" cy="95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3901617" y="182911"/>
            <a:ext cx="1161600" cy="627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App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7474304" y="2257944"/>
            <a:ext cx="1161600" cy="627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Eureka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992506" y="3785544"/>
            <a:ext cx="1161600" cy="627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2679956" y="3785544"/>
            <a:ext cx="1161600" cy="627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305056" y="3785544"/>
            <a:ext cx="1161600" cy="627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</a:t>
            </a:r>
            <a:endParaRPr/>
          </a:p>
        </p:txBody>
      </p:sp>
      <p:cxnSp>
        <p:nvCxnSpPr>
          <p:cNvPr id="126" name="Google Shape;126;p18"/>
          <p:cNvCxnSpPr/>
          <p:nvPr/>
        </p:nvCxnSpPr>
        <p:spPr>
          <a:xfrm flipH="1">
            <a:off x="3293975" y="2397125"/>
            <a:ext cx="996000" cy="122940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4504175" y="2425700"/>
            <a:ext cx="8400" cy="101430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4782075" y="2397125"/>
            <a:ext cx="1052100" cy="116010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8"/>
          <p:cNvCxnSpPr>
            <a:stCxn id="121" idx="2"/>
            <a:endCxn id="119" idx="0"/>
          </p:cNvCxnSpPr>
          <p:nvPr/>
        </p:nvCxnSpPr>
        <p:spPr>
          <a:xfrm>
            <a:off x="4482417" y="810511"/>
            <a:ext cx="300" cy="51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/>
          <p:nvPr/>
        </p:nvSpPr>
        <p:spPr>
          <a:xfrm>
            <a:off x="3633400" y="1747038"/>
            <a:ext cx="1698900" cy="510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 JWT Filter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00" y="152400"/>
            <a:ext cx="360259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3168050" y="2724050"/>
            <a:ext cx="447600" cy="1251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1360825" y="2964475"/>
            <a:ext cx="1707900" cy="385525"/>
            <a:chOff x="1360825" y="2964475"/>
            <a:chExt cx="1707900" cy="385525"/>
          </a:xfrm>
        </p:grpSpPr>
        <p:cxnSp>
          <p:nvCxnSpPr>
            <p:cNvPr id="138" name="Google Shape;138;p19"/>
            <p:cNvCxnSpPr/>
            <p:nvPr/>
          </p:nvCxnSpPr>
          <p:spPr>
            <a:xfrm>
              <a:off x="1360825" y="3350000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" name="Google Shape;139;p19"/>
            <p:cNvSpPr txBox="1"/>
            <p:nvPr/>
          </p:nvSpPr>
          <p:spPr>
            <a:xfrm>
              <a:off x="1360825" y="2964475"/>
              <a:ext cx="10281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Pre-filters</a:t>
              </a:r>
              <a:endParaRPr/>
            </a:p>
          </p:txBody>
        </p:sp>
      </p:grpSp>
      <p:sp>
        <p:nvSpPr>
          <p:cNvPr id="140" name="Google Shape;140;p19"/>
          <p:cNvSpPr/>
          <p:nvPr/>
        </p:nvSpPr>
        <p:spPr>
          <a:xfrm flipH="1">
            <a:off x="5343250" y="2724050"/>
            <a:ext cx="447600" cy="1251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9"/>
          <p:cNvGrpSpPr/>
          <p:nvPr/>
        </p:nvGrpSpPr>
        <p:grpSpPr>
          <a:xfrm>
            <a:off x="5907001" y="3002845"/>
            <a:ext cx="1707900" cy="358512"/>
            <a:chOff x="6628225" y="3129175"/>
            <a:chExt cx="1707900" cy="358513"/>
          </a:xfrm>
        </p:grpSpPr>
        <p:cxnSp>
          <p:nvCxnSpPr>
            <p:cNvPr id="142" name="Google Shape;142;p19"/>
            <p:cNvCxnSpPr/>
            <p:nvPr/>
          </p:nvCxnSpPr>
          <p:spPr>
            <a:xfrm rot="10800000">
              <a:off x="6628225" y="3487688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" name="Google Shape;143;p19"/>
            <p:cNvSpPr txBox="1"/>
            <p:nvPr/>
          </p:nvSpPr>
          <p:spPr>
            <a:xfrm>
              <a:off x="7137325" y="3129175"/>
              <a:ext cx="11988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Post-filters</a:t>
              </a:r>
              <a:endParaRPr/>
            </a:p>
          </p:txBody>
        </p:sp>
      </p:grpSp>
      <p:cxnSp>
        <p:nvCxnSpPr>
          <p:cNvPr id="144" name="Google Shape;144;p19"/>
          <p:cNvCxnSpPr/>
          <p:nvPr/>
        </p:nvCxnSpPr>
        <p:spPr>
          <a:xfrm>
            <a:off x="42010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9"/>
          <p:cNvCxnSpPr/>
          <p:nvPr/>
        </p:nvCxnSpPr>
        <p:spPr>
          <a:xfrm flipH="1" rot="10800000">
            <a:off x="47721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00" y="152400"/>
            <a:ext cx="360259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3356075" y="2528275"/>
            <a:ext cx="2159700" cy="153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3168050" y="2724050"/>
            <a:ext cx="447600" cy="1251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0"/>
          <p:cNvGrpSpPr/>
          <p:nvPr/>
        </p:nvGrpSpPr>
        <p:grpSpPr>
          <a:xfrm>
            <a:off x="1360825" y="2964475"/>
            <a:ext cx="1707900" cy="385525"/>
            <a:chOff x="1360825" y="2964475"/>
            <a:chExt cx="1707900" cy="385525"/>
          </a:xfrm>
        </p:grpSpPr>
        <p:cxnSp>
          <p:nvCxnSpPr>
            <p:cNvPr id="154" name="Google Shape;154;p20"/>
            <p:cNvCxnSpPr/>
            <p:nvPr/>
          </p:nvCxnSpPr>
          <p:spPr>
            <a:xfrm>
              <a:off x="1360825" y="3350000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5" name="Google Shape;155;p20"/>
            <p:cNvSpPr txBox="1"/>
            <p:nvPr/>
          </p:nvSpPr>
          <p:spPr>
            <a:xfrm>
              <a:off x="1360825" y="2964475"/>
              <a:ext cx="10281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Pre-filters</a:t>
              </a:r>
              <a:endParaRPr/>
            </a:p>
          </p:txBody>
        </p:sp>
      </p:grpSp>
      <p:sp>
        <p:nvSpPr>
          <p:cNvPr id="156" name="Google Shape;156;p20"/>
          <p:cNvSpPr/>
          <p:nvPr/>
        </p:nvSpPr>
        <p:spPr>
          <a:xfrm flipH="1">
            <a:off x="5343250" y="2724050"/>
            <a:ext cx="447600" cy="1251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20"/>
          <p:cNvGrpSpPr/>
          <p:nvPr/>
        </p:nvGrpSpPr>
        <p:grpSpPr>
          <a:xfrm>
            <a:off x="5907001" y="3002845"/>
            <a:ext cx="1707900" cy="358512"/>
            <a:chOff x="6628225" y="3129175"/>
            <a:chExt cx="1707900" cy="358513"/>
          </a:xfrm>
        </p:grpSpPr>
        <p:cxnSp>
          <p:nvCxnSpPr>
            <p:cNvPr id="158" name="Google Shape;158;p20"/>
            <p:cNvCxnSpPr/>
            <p:nvPr/>
          </p:nvCxnSpPr>
          <p:spPr>
            <a:xfrm rot="10800000">
              <a:off x="6628225" y="3487688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20"/>
            <p:cNvSpPr txBox="1"/>
            <p:nvPr/>
          </p:nvSpPr>
          <p:spPr>
            <a:xfrm>
              <a:off x="7137325" y="3129175"/>
              <a:ext cx="11988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Post-filters</a:t>
              </a:r>
              <a:endParaRPr/>
            </a:p>
          </p:txBody>
        </p:sp>
      </p:grpSp>
      <p:cxnSp>
        <p:nvCxnSpPr>
          <p:cNvPr id="160" name="Google Shape;160;p20"/>
          <p:cNvCxnSpPr/>
          <p:nvPr/>
        </p:nvCxnSpPr>
        <p:spPr>
          <a:xfrm>
            <a:off x="42010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/>
          <p:nvPr/>
        </p:nvCxnSpPr>
        <p:spPr>
          <a:xfrm flipH="1" rot="10800000">
            <a:off x="47721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00" y="152400"/>
            <a:ext cx="3602595" cy="483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1"/>
          <p:cNvGrpSpPr/>
          <p:nvPr/>
        </p:nvGrpSpPr>
        <p:grpSpPr>
          <a:xfrm>
            <a:off x="1360825" y="2964475"/>
            <a:ext cx="1707900" cy="385525"/>
            <a:chOff x="1360825" y="2964475"/>
            <a:chExt cx="1707900" cy="385525"/>
          </a:xfrm>
        </p:grpSpPr>
        <p:cxnSp>
          <p:nvCxnSpPr>
            <p:cNvPr id="168" name="Google Shape;168;p21"/>
            <p:cNvCxnSpPr/>
            <p:nvPr/>
          </p:nvCxnSpPr>
          <p:spPr>
            <a:xfrm>
              <a:off x="1360825" y="3350000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21"/>
            <p:cNvSpPr txBox="1"/>
            <p:nvPr/>
          </p:nvSpPr>
          <p:spPr>
            <a:xfrm>
              <a:off x="1360825" y="2964475"/>
              <a:ext cx="10281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Pre-filters</a:t>
              </a:r>
              <a:endParaRPr/>
            </a:p>
          </p:txBody>
        </p:sp>
      </p:grpSp>
      <p:grpSp>
        <p:nvGrpSpPr>
          <p:cNvPr id="170" name="Google Shape;170;p21"/>
          <p:cNvGrpSpPr/>
          <p:nvPr/>
        </p:nvGrpSpPr>
        <p:grpSpPr>
          <a:xfrm>
            <a:off x="5907001" y="3002845"/>
            <a:ext cx="1707900" cy="358512"/>
            <a:chOff x="6628225" y="3129175"/>
            <a:chExt cx="1707900" cy="358513"/>
          </a:xfrm>
        </p:grpSpPr>
        <p:cxnSp>
          <p:nvCxnSpPr>
            <p:cNvPr id="171" name="Google Shape;171;p21"/>
            <p:cNvCxnSpPr/>
            <p:nvPr/>
          </p:nvCxnSpPr>
          <p:spPr>
            <a:xfrm rot="10800000">
              <a:off x="6628225" y="3487688"/>
              <a:ext cx="1707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" name="Google Shape;172;p21"/>
            <p:cNvSpPr txBox="1"/>
            <p:nvPr/>
          </p:nvSpPr>
          <p:spPr>
            <a:xfrm>
              <a:off x="7137325" y="3129175"/>
              <a:ext cx="11988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Post-filters</a:t>
              </a:r>
              <a:endParaRPr/>
            </a:p>
          </p:txBody>
        </p:sp>
      </p:grpSp>
      <p:cxnSp>
        <p:nvCxnSpPr>
          <p:cNvPr id="173" name="Google Shape;173;p21"/>
          <p:cNvCxnSpPr/>
          <p:nvPr/>
        </p:nvCxnSpPr>
        <p:spPr>
          <a:xfrm>
            <a:off x="42010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1"/>
          <p:cNvCxnSpPr/>
          <p:nvPr/>
        </p:nvCxnSpPr>
        <p:spPr>
          <a:xfrm flipH="1" rot="10800000">
            <a:off x="4772138" y="2805200"/>
            <a:ext cx="9900" cy="10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5" name="Google Shape;175;p21"/>
          <p:cNvGrpSpPr/>
          <p:nvPr/>
        </p:nvGrpSpPr>
        <p:grpSpPr>
          <a:xfrm>
            <a:off x="3414838" y="2687543"/>
            <a:ext cx="321332" cy="941111"/>
            <a:chOff x="3414838" y="2687543"/>
            <a:chExt cx="321332" cy="941111"/>
          </a:xfrm>
        </p:grpSpPr>
        <p:sp>
          <p:nvSpPr>
            <p:cNvPr id="176" name="Google Shape;176;p21"/>
            <p:cNvSpPr txBox="1"/>
            <p:nvPr/>
          </p:nvSpPr>
          <p:spPr>
            <a:xfrm>
              <a:off x="3414838" y="2687543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1.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77" name="Google Shape;177;p21"/>
            <p:cNvSpPr txBox="1"/>
            <p:nvPr/>
          </p:nvSpPr>
          <p:spPr>
            <a:xfrm>
              <a:off x="3424470" y="2935579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2</a:t>
              </a:r>
              <a:r>
                <a:rPr b="1" lang="en" sz="1000">
                  <a:solidFill>
                    <a:srgbClr val="FF0000"/>
                  </a:solidFill>
                </a:rPr>
                <a:t>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78" name="Google Shape;178;p21"/>
            <p:cNvSpPr txBox="1"/>
            <p:nvPr/>
          </p:nvSpPr>
          <p:spPr>
            <a:xfrm>
              <a:off x="3414845" y="3155404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3</a:t>
              </a:r>
              <a:r>
                <a:rPr b="1" lang="en" sz="1000">
                  <a:solidFill>
                    <a:srgbClr val="FF0000"/>
                  </a:solidFill>
                </a:rPr>
                <a:t>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3414845" y="3361354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n</a:t>
              </a:r>
              <a:endParaRPr b="1" sz="1000">
                <a:solidFill>
                  <a:srgbClr val="FF0000"/>
                </a:solidFill>
              </a:endParaRPr>
            </a:p>
          </p:txBody>
        </p:sp>
      </p:grpSp>
      <p:grpSp>
        <p:nvGrpSpPr>
          <p:cNvPr id="180" name="Google Shape;180;p21"/>
          <p:cNvGrpSpPr/>
          <p:nvPr/>
        </p:nvGrpSpPr>
        <p:grpSpPr>
          <a:xfrm>
            <a:off x="5275813" y="2711543"/>
            <a:ext cx="321332" cy="941111"/>
            <a:chOff x="3414838" y="2687543"/>
            <a:chExt cx="321332" cy="941111"/>
          </a:xfrm>
        </p:grpSpPr>
        <p:sp>
          <p:nvSpPr>
            <p:cNvPr id="181" name="Google Shape;181;p21"/>
            <p:cNvSpPr txBox="1"/>
            <p:nvPr/>
          </p:nvSpPr>
          <p:spPr>
            <a:xfrm>
              <a:off x="3414838" y="2687543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1.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82" name="Google Shape;182;p21"/>
            <p:cNvSpPr txBox="1"/>
            <p:nvPr/>
          </p:nvSpPr>
          <p:spPr>
            <a:xfrm>
              <a:off x="3424470" y="2935579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2.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3414845" y="3155404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3.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3414845" y="3361354"/>
              <a:ext cx="311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n</a:t>
              </a:r>
              <a:endParaRPr b="1"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