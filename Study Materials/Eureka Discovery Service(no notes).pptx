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f964046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f964046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Eureka Discovery Service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Spring Cloud Netflix Eureka </a:t>
            </a:r>
            <a:endParaRPr/>
          </a:p>
        </p:txBody>
      </p:sp>
      <p:grpSp>
        <p:nvGrpSpPr>
          <p:cNvPr id="61" name="Google Shape;61;p14"/>
          <p:cNvGrpSpPr/>
          <p:nvPr/>
        </p:nvGrpSpPr>
        <p:grpSpPr>
          <a:xfrm>
            <a:off x="1526563" y="2495613"/>
            <a:ext cx="1002300" cy="318275"/>
            <a:chOff x="1755163" y="2495613"/>
            <a:chExt cx="1002300" cy="318275"/>
          </a:xfrm>
        </p:grpSpPr>
        <p:cxnSp>
          <p:nvCxnSpPr>
            <p:cNvPr id="62" name="Google Shape;62;p14"/>
            <p:cNvCxnSpPr/>
            <p:nvPr/>
          </p:nvCxnSpPr>
          <p:spPr>
            <a:xfrm flipH="1" rot="10800000">
              <a:off x="1990575" y="2804588"/>
              <a:ext cx="590400" cy="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3" name="Google Shape;63;p14"/>
            <p:cNvSpPr txBox="1"/>
            <p:nvPr/>
          </p:nvSpPr>
          <p:spPr>
            <a:xfrm>
              <a:off x="1755163" y="2495613"/>
              <a:ext cx="1002300" cy="2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HTTP Request</a:t>
              </a:r>
              <a:endParaRPr sz="1000"/>
            </a:p>
          </p:txBody>
        </p:sp>
      </p:grpSp>
      <p:grpSp>
        <p:nvGrpSpPr>
          <p:cNvPr id="64" name="Google Shape;64;p14"/>
          <p:cNvGrpSpPr/>
          <p:nvPr/>
        </p:nvGrpSpPr>
        <p:grpSpPr>
          <a:xfrm>
            <a:off x="5645750" y="2417150"/>
            <a:ext cx="1318800" cy="1050200"/>
            <a:chOff x="5645750" y="2417150"/>
            <a:chExt cx="1318800" cy="1050200"/>
          </a:xfrm>
        </p:grpSpPr>
        <p:sp>
          <p:nvSpPr>
            <p:cNvPr id="65" name="Google Shape;65;p14"/>
            <p:cNvSpPr/>
            <p:nvPr/>
          </p:nvSpPr>
          <p:spPr>
            <a:xfrm>
              <a:off x="5724350" y="2417150"/>
              <a:ext cx="11616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Users</a:t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5645750" y="3110350"/>
              <a:ext cx="13188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http://localhost:8080</a:t>
              </a:r>
              <a:endParaRPr sz="1000"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404825" y="2016700"/>
            <a:ext cx="1161600" cy="1028050"/>
            <a:chOff x="404825" y="2016700"/>
            <a:chExt cx="1161600" cy="1028050"/>
          </a:xfrm>
        </p:grpSpPr>
        <p:sp>
          <p:nvSpPr>
            <p:cNvPr id="68" name="Google Shape;68;p14"/>
            <p:cNvSpPr/>
            <p:nvPr/>
          </p:nvSpPr>
          <p:spPr>
            <a:xfrm>
              <a:off x="404825" y="2417150"/>
              <a:ext cx="1161600" cy="627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Mobile App</a:t>
              </a:r>
              <a:endParaRPr/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659375" y="2016700"/>
              <a:ext cx="6525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A Client</a:t>
              </a:r>
              <a:endParaRPr sz="1000"/>
            </a:p>
          </p:txBody>
        </p:sp>
      </p:grpSp>
      <p:grpSp>
        <p:nvGrpSpPr>
          <p:cNvPr id="70" name="Google Shape;70;p14"/>
          <p:cNvGrpSpPr/>
          <p:nvPr/>
        </p:nvGrpSpPr>
        <p:grpSpPr>
          <a:xfrm>
            <a:off x="6964550" y="1309938"/>
            <a:ext cx="1318800" cy="984613"/>
            <a:chOff x="6964550" y="1309938"/>
            <a:chExt cx="1318800" cy="984613"/>
          </a:xfrm>
        </p:grpSpPr>
        <p:sp>
          <p:nvSpPr>
            <p:cNvPr id="71" name="Google Shape;71;p14"/>
            <p:cNvSpPr/>
            <p:nvPr/>
          </p:nvSpPr>
          <p:spPr>
            <a:xfrm>
              <a:off x="7043150" y="1309938"/>
              <a:ext cx="11616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Users</a:t>
              </a:r>
              <a:endParaRPr/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6964550" y="1937550"/>
              <a:ext cx="13188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http://localhost:8081</a:t>
              </a:r>
              <a:endParaRPr sz="1000"/>
            </a:p>
          </p:txBody>
        </p:sp>
      </p:grpSp>
      <p:grpSp>
        <p:nvGrpSpPr>
          <p:cNvPr id="73" name="Google Shape;73;p14"/>
          <p:cNvGrpSpPr/>
          <p:nvPr/>
        </p:nvGrpSpPr>
        <p:grpSpPr>
          <a:xfrm>
            <a:off x="7043150" y="3467338"/>
            <a:ext cx="1318800" cy="984613"/>
            <a:chOff x="7043150" y="3467338"/>
            <a:chExt cx="1318800" cy="984613"/>
          </a:xfrm>
        </p:grpSpPr>
        <p:sp>
          <p:nvSpPr>
            <p:cNvPr id="74" name="Google Shape;74;p14"/>
            <p:cNvSpPr/>
            <p:nvPr/>
          </p:nvSpPr>
          <p:spPr>
            <a:xfrm>
              <a:off x="7121750" y="3467338"/>
              <a:ext cx="1161600" cy="627600"/>
            </a:xfrm>
            <a:prstGeom prst="rect">
              <a:avLst/>
            </a:prstGeom>
            <a:solidFill>
              <a:srgbClr val="D9EAD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Users</a:t>
              </a:r>
              <a:endParaRPr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7043150" y="4094950"/>
              <a:ext cx="13188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http://localhost:8082</a:t>
              </a:r>
              <a:endParaRPr sz="1000"/>
            </a:p>
          </p:txBody>
        </p:sp>
      </p:grpSp>
      <p:sp>
        <p:nvSpPr>
          <p:cNvPr id="76" name="Google Shape;76;p14"/>
          <p:cNvSpPr/>
          <p:nvPr/>
        </p:nvSpPr>
        <p:spPr>
          <a:xfrm>
            <a:off x="3792988" y="2417150"/>
            <a:ext cx="1161600" cy="62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Eureka</a:t>
            </a:r>
            <a:endParaRPr/>
          </a:p>
        </p:txBody>
      </p:sp>
      <p:grpSp>
        <p:nvGrpSpPr>
          <p:cNvPr id="77" name="Google Shape;77;p14"/>
          <p:cNvGrpSpPr/>
          <p:nvPr/>
        </p:nvGrpSpPr>
        <p:grpSpPr>
          <a:xfrm>
            <a:off x="5070550" y="1702475"/>
            <a:ext cx="1653600" cy="2188475"/>
            <a:chOff x="5070550" y="1702475"/>
            <a:chExt cx="1653600" cy="2188475"/>
          </a:xfrm>
        </p:grpSpPr>
        <p:cxnSp>
          <p:nvCxnSpPr>
            <p:cNvPr id="78" name="Google Shape;78;p14"/>
            <p:cNvCxnSpPr/>
            <p:nvPr/>
          </p:nvCxnSpPr>
          <p:spPr>
            <a:xfrm flipH="1" rot="10800000">
              <a:off x="5070550" y="1702475"/>
              <a:ext cx="1653600" cy="948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" name="Google Shape;79;p14"/>
            <p:cNvCxnSpPr/>
            <p:nvPr/>
          </p:nvCxnSpPr>
          <p:spPr>
            <a:xfrm>
              <a:off x="5119175" y="2796700"/>
              <a:ext cx="4257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0" name="Google Shape;80;p14"/>
            <p:cNvCxnSpPr/>
            <p:nvPr/>
          </p:nvCxnSpPr>
          <p:spPr>
            <a:xfrm>
              <a:off x="5094850" y="2991250"/>
              <a:ext cx="1532100" cy="899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81" name="Google Shape;81;p14"/>
          <p:cNvGrpSpPr/>
          <p:nvPr/>
        </p:nvGrpSpPr>
        <p:grpSpPr>
          <a:xfrm>
            <a:off x="3392525" y="1629375"/>
            <a:ext cx="3234475" cy="2334525"/>
            <a:chOff x="3392525" y="1629375"/>
            <a:chExt cx="3234475" cy="2334525"/>
          </a:xfrm>
        </p:grpSpPr>
        <p:cxnSp>
          <p:nvCxnSpPr>
            <p:cNvPr id="82" name="Google Shape;82;p14"/>
            <p:cNvCxnSpPr/>
            <p:nvPr/>
          </p:nvCxnSpPr>
          <p:spPr>
            <a:xfrm flipH="1" rot="10800000">
              <a:off x="3429000" y="1629375"/>
              <a:ext cx="3198000" cy="364800"/>
            </a:xfrm>
            <a:prstGeom prst="straightConnector1">
              <a:avLst/>
            </a:prstGeom>
            <a:noFill/>
            <a:ln cap="flat" cmpd="sng" w="3810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3" name="Google Shape;83;p14"/>
            <p:cNvCxnSpPr/>
            <p:nvPr/>
          </p:nvCxnSpPr>
          <p:spPr>
            <a:xfrm>
              <a:off x="3392525" y="3429000"/>
              <a:ext cx="3100800" cy="534900"/>
            </a:xfrm>
            <a:prstGeom prst="straightConnector1">
              <a:avLst/>
            </a:prstGeom>
            <a:noFill/>
            <a:ln cap="flat" cmpd="sng" w="38100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84" name="Google Shape;84;p14"/>
          <p:cNvGrpSpPr/>
          <p:nvPr/>
        </p:nvGrpSpPr>
        <p:grpSpPr>
          <a:xfrm>
            <a:off x="2719500" y="1203798"/>
            <a:ext cx="997250" cy="3599100"/>
            <a:chOff x="2719500" y="1203798"/>
            <a:chExt cx="997250" cy="3599100"/>
          </a:xfrm>
        </p:grpSpPr>
        <p:sp>
          <p:nvSpPr>
            <p:cNvPr id="85" name="Google Shape;85;p14"/>
            <p:cNvSpPr/>
            <p:nvPr/>
          </p:nvSpPr>
          <p:spPr>
            <a:xfrm>
              <a:off x="2719500" y="1203798"/>
              <a:ext cx="425700" cy="35991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L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O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A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D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B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A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L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A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N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C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E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R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</p:txBody>
        </p:sp>
        <p:cxnSp>
          <p:nvCxnSpPr>
            <p:cNvPr id="86" name="Google Shape;86;p14"/>
            <p:cNvCxnSpPr/>
            <p:nvPr/>
          </p:nvCxnSpPr>
          <p:spPr>
            <a:xfrm flipH="1" rot="10800000">
              <a:off x="3219050" y="2731100"/>
              <a:ext cx="497700" cy="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